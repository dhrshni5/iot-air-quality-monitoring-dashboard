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5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32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563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757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4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636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532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120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351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580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932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383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39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1107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2286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1954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1507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3437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310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184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2" r:id="rId1"/>
    <p:sldLayoutId id="2147483853" r:id="rId2"/>
    <p:sldLayoutId id="2147483854" r:id="rId3"/>
    <p:sldLayoutId id="2147483855" r:id="rId4"/>
    <p:sldLayoutId id="2147483856" r:id="rId5"/>
    <p:sldLayoutId id="2147483857" r:id="rId6"/>
    <p:sldLayoutId id="2147483858" r:id="rId7"/>
    <p:sldLayoutId id="2147483859" r:id="rId8"/>
    <p:sldLayoutId id="2147483860" r:id="rId9"/>
    <p:sldLayoutId id="2147483861" r:id="rId10"/>
    <p:sldLayoutId id="2147483862" r:id="rId11"/>
    <p:sldLayoutId id="2147483863" r:id="rId12"/>
    <p:sldLayoutId id="2147483864" r:id="rId13"/>
    <p:sldLayoutId id="2147483865" r:id="rId14"/>
    <p:sldLayoutId id="2147483866" r:id="rId15"/>
    <p:sldLayoutId id="2147483867" r:id="rId16"/>
    <p:sldLayoutId id="214748386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IoT-Based Air Quality and Pollution Monitoring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t>Dharshini R</a:t>
            </a:r>
          </a:p>
          <a:p>
            <a:r>
              <a:t>B.E. Computer Science and Engineering</a:t>
            </a:r>
          </a:p>
          <a:p>
            <a:r>
              <a:t>PSNA College of Engineering and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IoT-based environmental monitoring system</a:t>
            </a:r>
          </a:p>
          <a:p>
            <a:r>
              <a:rPr dirty="0"/>
              <a:t> ESP32, DHT22 and simulated MQ135</a:t>
            </a:r>
          </a:p>
          <a:p>
            <a:r>
              <a:rPr dirty="0"/>
              <a:t> Real-time monitoring</a:t>
            </a:r>
          </a:p>
          <a:p>
            <a:r>
              <a:rPr dirty="0"/>
              <a:t> </a:t>
            </a:r>
            <a:r>
              <a:rPr dirty="0" err="1"/>
              <a:t>ThingSpeak</a:t>
            </a:r>
            <a:r>
              <a:rPr dirty="0"/>
              <a:t> cloud integration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High cost of traditional monitoring systems</a:t>
            </a:r>
          </a:p>
          <a:p>
            <a:r>
              <a:rPr dirty="0"/>
              <a:t> Need for affordable real-time monitoring</a:t>
            </a:r>
          </a:p>
          <a:p>
            <a:r>
              <a:rPr dirty="0"/>
              <a:t> Cloud-based data visualization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Monitor temperature and humidity</a:t>
            </a:r>
          </a:p>
          <a:p>
            <a:r>
              <a:rPr dirty="0"/>
              <a:t>Classify air quality</a:t>
            </a:r>
          </a:p>
          <a:p>
            <a:r>
              <a:rPr dirty="0"/>
              <a:t>Generate alerts</a:t>
            </a:r>
          </a:p>
          <a:p>
            <a:r>
              <a:rPr dirty="0"/>
              <a:t>Upload data to cloud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Sensing Layer → Processing Layer → Communication Layer → Cloud Analytics Layer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A25F18-D40C-7433-6A6B-B6DD06453F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094076"/>
            <a:ext cx="6872748" cy="344504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Hardware &amp; Software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ESP32, DHT22, MQ135 (simulated), LED, Buzzer</a:t>
            </a:r>
          </a:p>
          <a:p>
            <a:r>
              <a:t>Arduino IDE, Wokwi, ThingSpeak, GitHub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9F7893-1E8E-E5C6-4C2A-DED0049668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780" y="3257300"/>
            <a:ext cx="4648439" cy="32069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Acquire Data → Process → Classify → Alert → Upload → Visualize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ThingSpeak Dashboard &amp;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8678" y="2272891"/>
            <a:ext cx="6345260" cy="3530600"/>
          </a:xfrm>
        </p:spPr>
        <p:txBody>
          <a:bodyPr/>
          <a:lstStyle/>
          <a:p>
            <a:r>
              <a:rPr dirty="0"/>
              <a:t>Real-time charts, historical analytics, CSV export and alert monitoring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57031F-118A-C1CF-A792-9E0DD7CE9C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823" y="2969955"/>
            <a:ext cx="6216970" cy="35309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&amp; 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Smart Cities, Industry, Research</a:t>
            </a:r>
          </a:p>
          <a:p>
            <a:r>
              <a:t>ML Prediction, Mobile App, SMS/Email Alerts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Placement Relevance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ESP32 Programming</a:t>
            </a:r>
          </a:p>
          <a:p>
            <a:r>
              <a:t>IoT Architecture</a:t>
            </a:r>
          </a:p>
          <a:p>
            <a:r>
              <a:t>Cloud Integration</a:t>
            </a:r>
          </a:p>
          <a:p>
            <a:r>
              <a:t>Dashboard Development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GitHub Repository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IoT-Air-Quality-Monitoring-Dashboard</a:t>
            </a:r>
          </a:p>
          <a:p>
            <a:r>
              <a:t>Code, datasets, documentation and screenshots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Complete end-to-end IoT monitoring solution.</a:t>
            </a:r>
          </a:p>
          <a:p>
            <a:r>
              <a:t>Thank You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10</TotalTime>
  <Words>194</Words>
  <Application>Microsoft Office PowerPoint</Application>
  <PresentationFormat>On-screen Show (4:3)</PresentationFormat>
  <Paragraphs>41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Wingdings 3</vt:lpstr>
      <vt:lpstr>Ion Boardroom</vt:lpstr>
      <vt:lpstr>IoT-Based Air Quality and Pollution Monitoring Dashboard</vt:lpstr>
      <vt:lpstr>Project Overview</vt:lpstr>
      <vt:lpstr>Problem Statement</vt:lpstr>
      <vt:lpstr>Objectives</vt:lpstr>
      <vt:lpstr>System Architecture</vt:lpstr>
      <vt:lpstr>Hardware &amp; Software Components</vt:lpstr>
      <vt:lpstr>Methodology</vt:lpstr>
      <vt:lpstr>ThingSpeak Dashboard &amp; Results</vt:lpstr>
      <vt:lpstr>Applications &amp; Future Enhancements</vt:lpstr>
      <vt:lpstr>Placement Relevance</vt:lpstr>
      <vt:lpstr>GitHub Repository</vt:lpstr>
      <vt:lpstr>Conclusion &amp; 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admin</cp:lastModifiedBy>
  <cp:revision>3</cp:revision>
  <dcterms:created xsi:type="dcterms:W3CDTF">2013-01-27T09:14:16Z</dcterms:created>
  <dcterms:modified xsi:type="dcterms:W3CDTF">2026-06-14T06:35:54Z</dcterms:modified>
  <cp:category/>
</cp:coreProperties>
</file>